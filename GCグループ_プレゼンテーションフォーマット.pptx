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7"/>
  </p:notesMasterIdLst>
  <p:sldIdLst>
    <p:sldId id="281" r:id="rId5"/>
    <p:sldId id="28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1550"/>
    <a:srgbClr val="0ABAB5"/>
    <a:srgbClr val="294F87"/>
    <a:srgbClr val="16264B"/>
    <a:srgbClr val="89939D"/>
    <a:srgbClr val="ACBDC5"/>
    <a:srgbClr val="2DCDE4"/>
    <a:srgbClr val="3362A7"/>
    <a:srgbClr val="103F6E"/>
    <a:srgbClr val="687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1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53F27-609F-4D5E-8D6F-FBA0778BE981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95397-3B81-4F4B-8F2B-7C9767A22F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3533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3" indent="0" algn="ctr">
              <a:buNone/>
              <a:defRPr sz="2000"/>
            </a:lvl2pPr>
            <a:lvl3pPr marL="914426" indent="0" algn="ctr">
              <a:buNone/>
              <a:defRPr sz="1800"/>
            </a:lvl3pPr>
            <a:lvl4pPr marL="1371638" indent="0" algn="ctr">
              <a:buNone/>
              <a:defRPr sz="1600"/>
            </a:lvl4pPr>
            <a:lvl5pPr marL="1828851" indent="0" algn="ctr">
              <a:buNone/>
              <a:defRPr sz="1600"/>
            </a:lvl5pPr>
            <a:lvl6pPr marL="2286063" indent="0" algn="ctr">
              <a:buNone/>
              <a:defRPr sz="1600"/>
            </a:lvl6pPr>
            <a:lvl7pPr marL="2743277" indent="0" algn="ctr">
              <a:buNone/>
              <a:defRPr sz="1600"/>
            </a:lvl7pPr>
            <a:lvl8pPr marL="3200489" indent="0" algn="ctr">
              <a:buNone/>
              <a:defRPr sz="1600"/>
            </a:lvl8pPr>
            <a:lvl9pPr marL="3657702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259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156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6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0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042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8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3" indent="0">
              <a:buNone/>
              <a:defRPr sz="2000" b="1"/>
            </a:lvl2pPr>
            <a:lvl3pPr marL="914426" indent="0">
              <a:buNone/>
              <a:defRPr sz="1800" b="1"/>
            </a:lvl3pPr>
            <a:lvl4pPr marL="1371638" indent="0">
              <a:buNone/>
              <a:defRPr sz="1600" b="1"/>
            </a:lvl4pPr>
            <a:lvl5pPr marL="1828851" indent="0">
              <a:buNone/>
              <a:defRPr sz="1600" b="1"/>
            </a:lvl5pPr>
            <a:lvl6pPr marL="2286063" indent="0">
              <a:buNone/>
              <a:defRPr sz="1600" b="1"/>
            </a:lvl6pPr>
            <a:lvl7pPr marL="2743277" indent="0">
              <a:buNone/>
              <a:defRPr sz="1600" b="1"/>
            </a:lvl7pPr>
            <a:lvl8pPr marL="3200489" indent="0">
              <a:buNone/>
              <a:defRPr sz="1600" b="1"/>
            </a:lvl8pPr>
            <a:lvl9pPr marL="3657702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3" indent="0">
              <a:buNone/>
              <a:defRPr sz="2000" b="1"/>
            </a:lvl2pPr>
            <a:lvl3pPr marL="914426" indent="0">
              <a:buNone/>
              <a:defRPr sz="1800" b="1"/>
            </a:lvl3pPr>
            <a:lvl4pPr marL="1371638" indent="0">
              <a:buNone/>
              <a:defRPr sz="1600" b="1"/>
            </a:lvl4pPr>
            <a:lvl5pPr marL="1828851" indent="0">
              <a:buNone/>
              <a:defRPr sz="1600" b="1"/>
            </a:lvl5pPr>
            <a:lvl6pPr marL="2286063" indent="0">
              <a:buNone/>
              <a:defRPr sz="1600" b="1"/>
            </a:lvl6pPr>
            <a:lvl7pPr marL="2743277" indent="0">
              <a:buNone/>
              <a:defRPr sz="1600" b="1"/>
            </a:lvl7pPr>
            <a:lvl8pPr marL="3200489" indent="0">
              <a:buNone/>
              <a:defRPr sz="1600" b="1"/>
            </a:lvl8pPr>
            <a:lvl9pPr marL="3657702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21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E96C251-AD86-2B77-D1DB-4C7570A3B2FC}"/>
              </a:ext>
            </a:extLst>
          </p:cNvPr>
          <p:cNvSpPr/>
          <p:nvPr userDrawn="1"/>
        </p:nvSpPr>
        <p:spPr>
          <a:xfrm>
            <a:off x="124615" y="0"/>
            <a:ext cx="138375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D9821C-8D8E-FC30-128F-D2393E438ABA}"/>
              </a:ext>
            </a:extLst>
          </p:cNvPr>
          <p:cNvSpPr/>
          <p:nvPr userDrawn="1"/>
        </p:nvSpPr>
        <p:spPr>
          <a:xfrm>
            <a:off x="37895" y="0"/>
            <a:ext cx="98867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B97A5FA-FD1D-FA63-C02A-D8A53625A6C1}"/>
              </a:ext>
            </a:extLst>
          </p:cNvPr>
          <p:cNvSpPr/>
          <p:nvPr userDrawn="1"/>
        </p:nvSpPr>
        <p:spPr>
          <a:xfrm>
            <a:off x="-7824" y="0"/>
            <a:ext cx="4571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704550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3" indent="0">
              <a:buNone/>
              <a:defRPr sz="1400"/>
            </a:lvl2pPr>
            <a:lvl3pPr marL="914426" indent="0">
              <a:buNone/>
              <a:defRPr sz="1200"/>
            </a:lvl3pPr>
            <a:lvl4pPr marL="1371638" indent="0">
              <a:buNone/>
              <a:defRPr sz="1000"/>
            </a:lvl4pPr>
            <a:lvl5pPr marL="1828851" indent="0">
              <a:buNone/>
              <a:defRPr sz="1000"/>
            </a:lvl5pPr>
            <a:lvl6pPr marL="2286063" indent="0">
              <a:buNone/>
              <a:defRPr sz="1000"/>
            </a:lvl6pPr>
            <a:lvl7pPr marL="2743277" indent="0">
              <a:buNone/>
              <a:defRPr sz="1000"/>
            </a:lvl7pPr>
            <a:lvl8pPr marL="3200489" indent="0">
              <a:buNone/>
              <a:defRPr sz="1000"/>
            </a:lvl8pPr>
            <a:lvl9pPr marL="3657702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78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13" indent="0">
              <a:buNone/>
              <a:defRPr sz="2800"/>
            </a:lvl2pPr>
            <a:lvl3pPr marL="914426" indent="0">
              <a:buNone/>
              <a:defRPr sz="2400"/>
            </a:lvl3pPr>
            <a:lvl4pPr marL="1371638" indent="0">
              <a:buNone/>
              <a:defRPr sz="2000"/>
            </a:lvl4pPr>
            <a:lvl5pPr marL="1828851" indent="0">
              <a:buNone/>
              <a:defRPr sz="2000"/>
            </a:lvl5pPr>
            <a:lvl6pPr marL="2286063" indent="0">
              <a:buNone/>
              <a:defRPr sz="2000"/>
            </a:lvl6pPr>
            <a:lvl7pPr marL="2743277" indent="0">
              <a:buNone/>
              <a:defRPr sz="2000"/>
            </a:lvl7pPr>
            <a:lvl8pPr marL="3200489" indent="0">
              <a:buNone/>
              <a:defRPr sz="2000"/>
            </a:lvl8pPr>
            <a:lvl9pPr marL="3657702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3" indent="0">
              <a:buNone/>
              <a:defRPr sz="1400"/>
            </a:lvl2pPr>
            <a:lvl3pPr marL="914426" indent="0">
              <a:buNone/>
              <a:defRPr sz="1200"/>
            </a:lvl3pPr>
            <a:lvl4pPr marL="1371638" indent="0">
              <a:buNone/>
              <a:defRPr sz="1000"/>
            </a:lvl4pPr>
            <a:lvl5pPr marL="1828851" indent="0">
              <a:buNone/>
              <a:defRPr sz="1000"/>
            </a:lvl5pPr>
            <a:lvl6pPr marL="2286063" indent="0">
              <a:buNone/>
              <a:defRPr sz="1000"/>
            </a:lvl6pPr>
            <a:lvl7pPr marL="2743277" indent="0">
              <a:buNone/>
              <a:defRPr sz="1000"/>
            </a:lvl7pPr>
            <a:lvl8pPr marL="3200489" indent="0">
              <a:buNone/>
              <a:defRPr sz="1000"/>
            </a:lvl8pPr>
            <a:lvl9pPr marL="3657702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117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03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718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7C5A509-B2BC-AF3E-D1C3-FF82154C66EB}"/>
              </a:ext>
            </a:extLst>
          </p:cNvPr>
          <p:cNvSpPr/>
          <p:nvPr userDrawn="1"/>
        </p:nvSpPr>
        <p:spPr>
          <a:xfrm>
            <a:off x="0" y="0"/>
            <a:ext cx="175098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DC13900-C1BE-FEC1-1307-73A314A18B6D}"/>
              </a:ext>
            </a:extLst>
          </p:cNvPr>
          <p:cNvSpPr/>
          <p:nvPr userDrawn="1"/>
        </p:nvSpPr>
        <p:spPr>
          <a:xfrm>
            <a:off x="175098" y="0"/>
            <a:ext cx="107004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B968AD6-AE38-2172-8140-48EA174F9582}"/>
              </a:ext>
            </a:extLst>
          </p:cNvPr>
          <p:cNvSpPr/>
          <p:nvPr userDrawn="1"/>
        </p:nvSpPr>
        <p:spPr>
          <a:xfrm>
            <a:off x="282102" y="0"/>
            <a:ext cx="107004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221391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26" rtl="0" eaLnBrk="1" latinLnBrk="0" hangingPunct="1">
        <a:lnSpc>
          <a:spcPct val="90000"/>
        </a:lnSpc>
        <a:spcBef>
          <a:spcPct val="0"/>
        </a:spcBef>
        <a:buNone/>
        <a:defRPr kumimoji="1"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9" indent="-228606" algn="l" defTabSz="9144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32" indent="-228606" algn="l" defTabSz="9144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5" indent="-228606" algn="l" defTabSz="9144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7" indent="-228606" algn="l" defTabSz="9144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71" indent="-228606" algn="l" defTabSz="9144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83" indent="-228606" algn="l" defTabSz="9144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96" indent="-228606" algn="l" defTabSz="9144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08" indent="-228606" algn="l" defTabSz="9144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3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6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8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51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63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77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9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02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E1AF16-6F22-FC7C-5046-6EBE8EDCA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727" y="3291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　表紙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0155EA-2508-B8E8-161A-E323D0619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165211B-6D87-4329-AD85-7CD6B185C3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6" t="29874" r="42335" b="27051"/>
          <a:stretch/>
        </p:blipFill>
        <p:spPr>
          <a:xfrm>
            <a:off x="537702" y="230189"/>
            <a:ext cx="729575" cy="76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198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4F07FCC-E006-E9B7-661A-019C16428A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96" t="29874" r="42335" b="27051"/>
          <a:stretch/>
        </p:blipFill>
        <p:spPr>
          <a:xfrm>
            <a:off x="745859" y="499201"/>
            <a:ext cx="729575" cy="761748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1A2F3-3FDB-64D3-422A-8FB910D22742}"/>
              </a:ext>
            </a:extLst>
          </p:cNvPr>
          <p:cNvSpPr txBox="1"/>
          <p:nvPr/>
        </p:nvSpPr>
        <p:spPr>
          <a:xfrm>
            <a:off x="1841862" y="587687"/>
            <a:ext cx="9065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>
                <a:solidFill>
                  <a:srgbClr val="16264B"/>
                </a:solidFill>
              </a:rPr>
              <a:t>2026/</a:t>
            </a:r>
            <a:r>
              <a:rPr kumimoji="1" lang="ja-JP" altLang="en-US" sz="3200" b="1" dirty="0">
                <a:solidFill>
                  <a:srgbClr val="16264B"/>
                </a:solidFill>
              </a:rPr>
              <a:t>〇</a:t>
            </a:r>
            <a:r>
              <a:rPr kumimoji="1" lang="en-US" altLang="ja-JP" sz="3200" b="1" dirty="0">
                <a:solidFill>
                  <a:srgbClr val="16264B"/>
                </a:solidFill>
              </a:rPr>
              <a:t>/</a:t>
            </a:r>
            <a:r>
              <a:rPr kumimoji="1" lang="ja-JP" altLang="en-US" sz="3200" b="1" dirty="0">
                <a:solidFill>
                  <a:srgbClr val="16264B"/>
                </a:solidFill>
              </a:rPr>
              <a:t>〇</a:t>
            </a:r>
            <a:r>
              <a:rPr kumimoji="1" lang="en-US" altLang="ja-JP" sz="3200" b="1" dirty="0">
                <a:solidFill>
                  <a:srgbClr val="16264B"/>
                </a:solidFill>
              </a:rPr>
              <a:t> HD</a:t>
            </a:r>
            <a:r>
              <a:rPr kumimoji="1" lang="ja-JP" altLang="en-US" sz="3200" b="1" dirty="0">
                <a:solidFill>
                  <a:srgbClr val="16264B"/>
                </a:solidFill>
              </a:rPr>
              <a:t>幹部会　</a:t>
            </a:r>
            <a:r>
              <a:rPr kumimoji="1" lang="en-US" altLang="ja-JP" sz="3200" b="1" dirty="0">
                <a:solidFill>
                  <a:srgbClr val="16264B"/>
                </a:solidFill>
              </a:rPr>
              <a:t> </a:t>
            </a:r>
            <a:endParaRPr kumimoji="1" lang="ja-JP" altLang="en-US" sz="3200" b="1" dirty="0">
              <a:solidFill>
                <a:srgbClr val="16264B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10578A8-55A0-ED27-2769-B28697A13CD4}"/>
              </a:ext>
            </a:extLst>
          </p:cNvPr>
          <p:cNvSpPr txBox="1"/>
          <p:nvPr/>
        </p:nvSpPr>
        <p:spPr>
          <a:xfrm>
            <a:off x="1428205" y="1260949"/>
            <a:ext cx="9335589" cy="2929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en-US" altLang="ja-JP" sz="2400" b="1" dirty="0"/>
              <a:t>1.</a:t>
            </a:r>
            <a:r>
              <a:rPr kumimoji="1" lang="ja-JP" altLang="en-US" sz="2400" b="1" dirty="0"/>
              <a:t>各社</a:t>
            </a:r>
            <a:r>
              <a:rPr kumimoji="1" lang="en-US" altLang="ja-JP" sz="2400" b="1" dirty="0"/>
              <a:t>3</a:t>
            </a:r>
            <a:r>
              <a:rPr kumimoji="1" lang="ja-JP" altLang="en-US" sz="2400" b="1" dirty="0"/>
              <a:t>月度業績</a:t>
            </a:r>
            <a:r>
              <a:rPr kumimoji="1" lang="en-US" altLang="ja-JP" sz="2400" b="1" dirty="0"/>
              <a:t>/</a:t>
            </a:r>
            <a:r>
              <a:rPr kumimoji="1" lang="ja-JP" altLang="en-US" sz="2400" b="1" dirty="0"/>
              <a:t>資金繰りについて</a:t>
            </a:r>
            <a:endParaRPr kumimoji="1" lang="en-US" altLang="ja-JP" sz="2400" b="1" dirty="0"/>
          </a:p>
          <a:p>
            <a:pPr>
              <a:lnSpc>
                <a:spcPct val="200000"/>
              </a:lnSpc>
            </a:pPr>
            <a:r>
              <a:rPr kumimoji="1" lang="en-US" altLang="ja-JP" sz="2400" b="1" dirty="0"/>
              <a:t>2.</a:t>
            </a:r>
          </a:p>
          <a:p>
            <a:pPr>
              <a:lnSpc>
                <a:spcPct val="200000"/>
              </a:lnSpc>
            </a:pPr>
            <a:r>
              <a:rPr kumimoji="1" lang="en-US" altLang="ja-JP" sz="2400" b="1" dirty="0"/>
              <a:t>3.</a:t>
            </a:r>
          </a:p>
          <a:p>
            <a:pPr>
              <a:lnSpc>
                <a:spcPct val="200000"/>
              </a:lnSpc>
            </a:pPr>
            <a:r>
              <a:rPr kumimoji="1" lang="en-US" altLang="ja-JP" sz="2400" b="1" dirty="0"/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1891397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黄緑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AD3894EBB6E084F8DA3AC99D52DB404" ma:contentTypeVersion="3" ma:contentTypeDescription="新しいドキュメントを作成します。" ma:contentTypeScope="" ma:versionID="23a3dbb5f1802b7b9a70391237fd4298">
  <xsd:schema xmlns:xsd="http://www.w3.org/2001/XMLSchema" xmlns:xs="http://www.w3.org/2001/XMLSchema" xmlns:p="http://schemas.microsoft.com/office/2006/metadata/properties" xmlns:ns2="2d5be73a-bf55-42a5-abb5-765cd9a80034" targetNamespace="http://schemas.microsoft.com/office/2006/metadata/properties" ma:root="true" ma:fieldsID="218c2b956245e536c854f140831615d3" ns2:_="">
    <xsd:import namespace="2d5be73a-bf55-42a5-abb5-765cd9a800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5be73a-bf55-42a5-abb5-765cd9a80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C0521C-FE6D-4A76-9BEC-CCE8BB5417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11653F-7641-492E-B785-4F41120B98A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CA3D426-3565-41D3-A952-7FE869549B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5be73a-bf55-42a5-abb5-765cd9a800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897</TotalTime>
  <Words>26</Words>
  <Application>Microsoft Office PowerPoint</Application>
  <PresentationFormat>ワイド画面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Arial</vt:lpstr>
      <vt:lpstr>Century Gothic</vt:lpstr>
      <vt:lpstr>Office テーマ</vt:lpstr>
      <vt:lpstr>　表紙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MPS08</dc:creator>
  <cp:lastModifiedBy>濱田 理沙</cp:lastModifiedBy>
  <cp:revision>30</cp:revision>
  <dcterms:created xsi:type="dcterms:W3CDTF">2024-04-16T03:11:54Z</dcterms:created>
  <dcterms:modified xsi:type="dcterms:W3CDTF">2026-06-04T23:53:13Z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0x0101003AD3894EBB6E084F8DA3AC99D52DB404</vt:lpwstr>
  </property>
</Properties>
</file>