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"/>
  </p:notes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1550"/>
    <a:srgbClr val="0ABAB5"/>
    <a:srgbClr val="294F87"/>
    <a:srgbClr val="16264B"/>
    <a:srgbClr val="89939D"/>
    <a:srgbClr val="ACBDC5"/>
    <a:srgbClr val="2DCDE4"/>
    <a:srgbClr val="3362A7"/>
    <a:srgbClr val="103F6E"/>
    <a:srgbClr val="687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53F27-609F-4D5E-8D6F-FBA0778BE981}" type="datetimeFigureOut">
              <a:rPr kumimoji="1" lang="ja-JP" altLang="en-US" smtClean="0"/>
              <a:t>2026/6/5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95397-3B81-4F4B-8F2B-7C9767A22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53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3" indent="0" algn="ctr">
              <a:buNone/>
              <a:defRPr sz="2000"/>
            </a:lvl2pPr>
            <a:lvl3pPr marL="914426" indent="0" algn="ctr">
              <a:buNone/>
              <a:defRPr sz="1800"/>
            </a:lvl3pPr>
            <a:lvl4pPr marL="1371638" indent="0" algn="ctr">
              <a:buNone/>
              <a:defRPr sz="1600"/>
            </a:lvl4pPr>
            <a:lvl5pPr marL="1828851" indent="0" algn="ctr">
              <a:buNone/>
              <a:defRPr sz="1600"/>
            </a:lvl5pPr>
            <a:lvl6pPr marL="2286063" indent="0" algn="ctr">
              <a:buNone/>
              <a:defRPr sz="1600"/>
            </a:lvl6pPr>
            <a:lvl7pPr marL="2743277" indent="0" algn="ctr">
              <a:buNone/>
              <a:defRPr sz="1600"/>
            </a:lvl7pPr>
            <a:lvl8pPr marL="3200489" indent="0" algn="ctr">
              <a:buNone/>
              <a:defRPr sz="1600"/>
            </a:lvl8pPr>
            <a:lvl9pPr marL="3657702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25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15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4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8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3" indent="0">
              <a:buNone/>
              <a:defRPr sz="2000" b="1"/>
            </a:lvl2pPr>
            <a:lvl3pPr marL="914426" indent="0">
              <a:buNone/>
              <a:defRPr sz="1800" b="1"/>
            </a:lvl3pPr>
            <a:lvl4pPr marL="1371638" indent="0">
              <a:buNone/>
              <a:defRPr sz="1600" b="1"/>
            </a:lvl4pPr>
            <a:lvl5pPr marL="1828851" indent="0">
              <a:buNone/>
              <a:defRPr sz="1600" b="1"/>
            </a:lvl5pPr>
            <a:lvl6pPr marL="2286063" indent="0">
              <a:buNone/>
              <a:defRPr sz="1600" b="1"/>
            </a:lvl6pPr>
            <a:lvl7pPr marL="2743277" indent="0">
              <a:buNone/>
              <a:defRPr sz="1600" b="1"/>
            </a:lvl7pPr>
            <a:lvl8pPr marL="3200489" indent="0">
              <a:buNone/>
              <a:defRPr sz="1600" b="1"/>
            </a:lvl8pPr>
            <a:lvl9pPr marL="3657702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3" indent="0">
              <a:buNone/>
              <a:defRPr sz="2000" b="1"/>
            </a:lvl2pPr>
            <a:lvl3pPr marL="914426" indent="0">
              <a:buNone/>
              <a:defRPr sz="1800" b="1"/>
            </a:lvl3pPr>
            <a:lvl4pPr marL="1371638" indent="0">
              <a:buNone/>
              <a:defRPr sz="1600" b="1"/>
            </a:lvl4pPr>
            <a:lvl5pPr marL="1828851" indent="0">
              <a:buNone/>
              <a:defRPr sz="1600" b="1"/>
            </a:lvl5pPr>
            <a:lvl6pPr marL="2286063" indent="0">
              <a:buNone/>
              <a:defRPr sz="1600" b="1"/>
            </a:lvl6pPr>
            <a:lvl7pPr marL="2743277" indent="0">
              <a:buNone/>
              <a:defRPr sz="1600" b="1"/>
            </a:lvl7pPr>
            <a:lvl8pPr marL="3200489" indent="0">
              <a:buNone/>
              <a:defRPr sz="1600" b="1"/>
            </a:lvl8pPr>
            <a:lvl9pPr marL="3657702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2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96C251-AD86-2B77-D1DB-4C7570A3B2FC}"/>
              </a:ext>
            </a:extLst>
          </p:cNvPr>
          <p:cNvSpPr/>
          <p:nvPr userDrawn="1"/>
        </p:nvSpPr>
        <p:spPr>
          <a:xfrm>
            <a:off x="124615" y="0"/>
            <a:ext cx="138375" cy="68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D9821C-8D8E-FC30-128F-D2393E438ABA}"/>
              </a:ext>
            </a:extLst>
          </p:cNvPr>
          <p:cNvSpPr/>
          <p:nvPr userDrawn="1"/>
        </p:nvSpPr>
        <p:spPr>
          <a:xfrm>
            <a:off x="37895" y="0"/>
            <a:ext cx="98867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B97A5FA-FD1D-FA63-C02A-D8A53625A6C1}"/>
              </a:ext>
            </a:extLst>
          </p:cNvPr>
          <p:cNvSpPr/>
          <p:nvPr userDrawn="1"/>
        </p:nvSpPr>
        <p:spPr>
          <a:xfrm>
            <a:off x="-7824" y="0"/>
            <a:ext cx="4571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0455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3" indent="0">
              <a:buNone/>
              <a:defRPr sz="1400"/>
            </a:lvl2pPr>
            <a:lvl3pPr marL="914426" indent="0">
              <a:buNone/>
              <a:defRPr sz="1200"/>
            </a:lvl3pPr>
            <a:lvl4pPr marL="1371638" indent="0">
              <a:buNone/>
              <a:defRPr sz="1000"/>
            </a:lvl4pPr>
            <a:lvl5pPr marL="1828851" indent="0">
              <a:buNone/>
              <a:defRPr sz="1000"/>
            </a:lvl5pPr>
            <a:lvl6pPr marL="2286063" indent="0">
              <a:buNone/>
              <a:defRPr sz="1000"/>
            </a:lvl6pPr>
            <a:lvl7pPr marL="2743277" indent="0">
              <a:buNone/>
              <a:defRPr sz="1000"/>
            </a:lvl7pPr>
            <a:lvl8pPr marL="3200489" indent="0">
              <a:buNone/>
              <a:defRPr sz="1000"/>
            </a:lvl8pPr>
            <a:lvl9pPr marL="3657702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7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3" indent="0">
              <a:buNone/>
              <a:defRPr sz="2800"/>
            </a:lvl2pPr>
            <a:lvl3pPr marL="914426" indent="0">
              <a:buNone/>
              <a:defRPr sz="2400"/>
            </a:lvl3pPr>
            <a:lvl4pPr marL="1371638" indent="0">
              <a:buNone/>
              <a:defRPr sz="2000"/>
            </a:lvl4pPr>
            <a:lvl5pPr marL="1828851" indent="0">
              <a:buNone/>
              <a:defRPr sz="2000"/>
            </a:lvl5pPr>
            <a:lvl6pPr marL="2286063" indent="0">
              <a:buNone/>
              <a:defRPr sz="2000"/>
            </a:lvl6pPr>
            <a:lvl7pPr marL="2743277" indent="0">
              <a:buNone/>
              <a:defRPr sz="2000"/>
            </a:lvl7pPr>
            <a:lvl8pPr marL="3200489" indent="0">
              <a:buNone/>
              <a:defRPr sz="2000"/>
            </a:lvl8pPr>
            <a:lvl9pPr marL="3657702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3" indent="0">
              <a:buNone/>
              <a:defRPr sz="1400"/>
            </a:lvl2pPr>
            <a:lvl3pPr marL="914426" indent="0">
              <a:buNone/>
              <a:defRPr sz="1200"/>
            </a:lvl3pPr>
            <a:lvl4pPr marL="1371638" indent="0">
              <a:buNone/>
              <a:defRPr sz="1000"/>
            </a:lvl4pPr>
            <a:lvl5pPr marL="1828851" indent="0">
              <a:buNone/>
              <a:defRPr sz="1000"/>
            </a:lvl5pPr>
            <a:lvl6pPr marL="2286063" indent="0">
              <a:buNone/>
              <a:defRPr sz="1000"/>
            </a:lvl6pPr>
            <a:lvl7pPr marL="2743277" indent="0">
              <a:buNone/>
              <a:defRPr sz="1000"/>
            </a:lvl7pPr>
            <a:lvl8pPr marL="3200489" indent="0">
              <a:buNone/>
              <a:defRPr sz="1000"/>
            </a:lvl8pPr>
            <a:lvl9pPr marL="3657702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1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03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7185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7C5A509-B2BC-AF3E-D1C3-FF82154C66EB}"/>
              </a:ext>
            </a:extLst>
          </p:cNvPr>
          <p:cNvSpPr/>
          <p:nvPr userDrawn="1"/>
        </p:nvSpPr>
        <p:spPr>
          <a:xfrm>
            <a:off x="0" y="0"/>
            <a:ext cx="175098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DC13900-C1BE-FEC1-1307-73A314A18B6D}"/>
              </a:ext>
            </a:extLst>
          </p:cNvPr>
          <p:cNvSpPr/>
          <p:nvPr userDrawn="1"/>
        </p:nvSpPr>
        <p:spPr>
          <a:xfrm>
            <a:off x="175098" y="0"/>
            <a:ext cx="107004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B968AD6-AE38-2172-8140-48EA174F9582}"/>
              </a:ext>
            </a:extLst>
          </p:cNvPr>
          <p:cNvSpPr/>
          <p:nvPr userDrawn="1"/>
        </p:nvSpPr>
        <p:spPr>
          <a:xfrm>
            <a:off x="282102" y="0"/>
            <a:ext cx="10700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22139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26" rtl="0" eaLnBrk="1" latinLnBrk="0" hangingPunct="1">
        <a:lnSpc>
          <a:spcPct val="90000"/>
        </a:lnSpc>
        <a:spcBef>
          <a:spcPct val="0"/>
        </a:spcBef>
        <a:buNone/>
        <a:defRPr kumimoji="1"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9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2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5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7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1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83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96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08" indent="-228606" algn="l" defTabSz="9144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3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6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8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1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3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77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9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02" algn="l" defTabSz="914426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AD3894EBB6E084F8DA3AC99D52DB404" ma:contentTypeVersion="3" ma:contentTypeDescription="新しいドキュメントを作成します。" ma:contentTypeScope="" ma:versionID="23a3dbb5f1802b7b9a70391237fd4298">
  <xsd:schema xmlns:xsd="http://www.w3.org/2001/XMLSchema" xmlns:xs="http://www.w3.org/2001/XMLSchema" xmlns:p="http://schemas.microsoft.com/office/2006/metadata/properties" xmlns:ns2="2d5be73a-bf55-42a5-abb5-765cd9a80034" targetNamespace="http://schemas.microsoft.com/office/2006/metadata/properties" ma:root="true" ma:fieldsID="218c2b956245e536c854f140831615d3" ns2:_="">
    <xsd:import namespace="2d5be73a-bf55-42a5-abb5-765cd9a800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5be73a-bf55-42a5-abb5-765cd9a80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C0521C-FE6D-4A76-9BEC-CCE8BB5417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11653F-7641-492E-B785-4F41120B98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CA3D426-3565-41D3-A952-7FE869549B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5be73a-bf55-42a5-abb5-765cd9a800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897</TotalTime>
  <Words>26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Arial</vt:lpstr>
      <vt:lpstr>Century Gothic</vt:lpstr>
      <vt:lpstr>Office テーマ</vt:lpstr>
      <vt:lpstr>　表紙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MPS08</dc:creator>
  <cp:lastModifiedBy>濱田 理沙</cp:lastModifiedBy>
  <cp:revision>30</cp:revision>
  <dcterms:created xsi:type="dcterms:W3CDTF">2024-04-16T03:11:54Z</dcterms:created>
  <dcterms:modified xsi:type="dcterms:W3CDTF">2026-06-04T23:53:13Z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0x0101003AD3894EBB6E084F8DA3AC99D52DB404</vt:lpwstr>
  </property>
</Properties>
</file>